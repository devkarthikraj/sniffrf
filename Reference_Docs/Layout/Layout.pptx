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F496-B9C6-B9DC-7AAD-618136BB2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D1DFF-9194-614E-5822-83A4F04AE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63C5E-77A4-F787-FA12-3CA68666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C5A14-C3EF-9EDA-3EBB-BE734F47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E3E9A-BC2A-22B5-93B1-AF7E13C6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977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7BE3-F9B2-1FAC-2C98-E3B72C54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B490E-4597-AF9C-AE4C-89EA614D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8B37D-C4D6-9073-E371-8FE145C7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62DA-6979-FB7B-DB4D-AFCD0A04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68AC5-A0DF-A478-7948-45F92E6C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400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CB7A-8041-AB13-DEDC-33722956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02D81-85DC-752B-1C7C-F306F4998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5ED14-736E-F4BD-9C1E-9727DEA5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8FCC7-4472-29C7-60B4-A9DFB132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FBE44-D5F4-D21B-EC45-5503E721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0465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ED4F-150F-7BEF-C59F-9DAF50D9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FFEAF-0860-8C14-5E39-05A8DDBA0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A4415-96A6-6700-73A8-F8171A624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9C7E0-0A6A-4CB4-5AF9-AEA3AD13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A0D50-FB81-21F1-85AA-9309599C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330B4-4E04-610A-1BF3-CF283F96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160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A667-50C0-6AC8-4307-3F16CB21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59A46-658E-3D83-35C3-506D952D8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A3225-EDA9-718F-D8EA-EC198B621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EEA03-DF67-F43A-C7DE-435F4A4EA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DC910-64DE-89D1-7097-DCF0C10063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24F7F-AFF8-2260-C3E8-C6ACC5C9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BA4FF-3F63-2D86-127A-C6F9E083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54104-8BC3-52A5-AAA1-F20637E6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907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B33E-BD41-F702-8DC8-D98438DD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EC3CB-BC0B-D960-0317-369B3340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4F6B8-0881-C3AC-B1B9-EACD21AE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92E65-D35D-D16C-F9EF-4C3CD8A3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100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875C9-A73A-8935-8EC3-59E78BAC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4BF17-745F-E768-091C-294ADD20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B1596-3DFE-012F-47AE-AB7E55FA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42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2CAB-3C65-E970-104F-FD156CBB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95C82-7147-1330-7779-0E603EE17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48DBB-3E1D-E938-4B83-8763C663C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E4F22-7884-39C6-D863-6C407F12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C0129-9DCE-5557-D79F-7F1C8343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0A6E7-2A5F-D6FD-9D24-AF05365C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822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6C2D-BC59-FA54-DAB8-C37A46DD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0D54B-D6DE-2C7F-6E44-4EDF67D5C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CB50D-B250-0FD9-149D-BEB547091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4844B-3F6E-3D45-A07F-7939304F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0E71E-7E4F-02BA-B85B-3999DB6F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6FDFD-1D64-3AB7-38D3-D73CEDCA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156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D8FE-5943-8AB2-9BB3-DC7D8CF2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214BC-3648-20CD-769A-9DF6050A1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90D3-C307-3D9E-8304-619AB86A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89157-3BB3-622B-252E-AD916FA7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3CF0F-53C6-C6BA-7850-82DF0BDB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001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40AA5-CFE1-2FB4-4879-D632D139F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4A1B5-2AC1-040F-49DC-355740775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7EB0-298C-CF1C-211C-EF1B657D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F3C9-07BE-F533-306F-4E25F6EC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8DBC2-964C-B22D-758C-5D24E322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566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DA726A-1A22-344D-1DE4-F42D578E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73A96-8D98-57BF-CBC2-5FEA2563A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053AB-F1B7-55CF-E64B-566AB187C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FDB2D-CDFE-44B7-A26A-288141249B82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492FB-CED2-F345-2358-475A8A514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47527-BFF9-781B-9C93-730A70227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028CF-02C4-49C7-81A0-8F30D70B93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818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8275D8-C949-C24D-604C-127C7CEC8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1432"/>
            <a:ext cx="12192000" cy="295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D2F45-985C-5ECC-B762-468D382E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" y="1888455"/>
            <a:ext cx="12109010" cy="30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0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DBDAA5-1B7A-932B-79BD-486716E7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00755"/>
            <a:ext cx="11887200" cy="285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3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E040F5-244A-8788-E4A8-CFC67408D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973904"/>
            <a:ext cx="11811000" cy="291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8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930E21-9183-9FD7-06A1-033DF3308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71" y="651918"/>
            <a:ext cx="11462657" cy="55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3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C39EA4-4A10-08B3-784A-ABC0F47B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765795"/>
            <a:ext cx="11016343" cy="532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95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5AE3B-0CA3-9AD1-9352-C28D267C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8" y="478402"/>
            <a:ext cx="11549743" cy="590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9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Raj</dc:creator>
  <cp:lastModifiedBy>Karthik Raj</cp:lastModifiedBy>
  <cp:revision>1</cp:revision>
  <dcterms:created xsi:type="dcterms:W3CDTF">2025-12-27T11:29:20Z</dcterms:created>
  <dcterms:modified xsi:type="dcterms:W3CDTF">2025-12-27T11:32:46Z</dcterms:modified>
</cp:coreProperties>
</file>